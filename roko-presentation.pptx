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ROKO Scripture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Names &amp; UIDs: &lt;fill&gt;</a:t>
            </a:r>
          </a:p>
          <a:p>
            <a:r>
              <a:t>Course/Dept • Date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Cross-faith assistant for Gita, Bible, Quran; daily wisdom, AI chat, quizzes, notes, multilingual TTS.</a:t>
            </a:r>
          </a:p>
          <a:p>
            <a:pPr/>
            <a:r>
              <a:t>Tech: React + Vite + Tailwind, Supabase, Dialogflow ES, local AI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Problem: fragmented scripture study; limited accessibility; no guided comparison.</a:t>
            </a:r>
          </a:p>
          <a:p>
            <a:pPr/>
            <a:r>
              <a:t>Goal: unified, gentle onboarding with voice, search, practice.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Manual lookup across PDFs/sites</a:t>
            </a:r>
          </a:p>
          <a:p>
            <a:pPr/>
            <a:r>
              <a:t>No semantic search or audio</a:t>
            </a:r>
          </a:p>
          <a:p>
            <a:pPr/>
            <a:r>
              <a:t>Cross-faith comparison is ad-hoc</a:t>
            </a:r>
          </a:p>
          <a:p>
            <a:pPr/>
            <a:r>
              <a:t>Personalization limited to bookmarks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Single UI tabs for Gita/Bible/Quran, AI ROKO chat, quiz, favorites, notes.</a:t>
            </a:r>
          </a:p>
          <a:p>
            <a:pPr/>
            <a:r>
              <a:t>Dialogflow + Supabase Edge for NLU; local AI fallback.</a:t>
            </a:r>
          </a:p>
          <a:p>
            <a:pPr/>
            <a:r>
              <a:t>Daily verse with language-aware TTS.</a:t>
            </a:r>
          </a:p>
          <a:p>
            <a:pPr/>
            <a:r>
              <a:t>Gamified quiz, semantic search, reflections.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Functional: verse retrieval (3 texts), daily verse, AI chat, quiz, favorites, notes, TTS.</a:t>
            </a:r>
          </a:p>
          <a:p>
            <a:pPr/>
            <a:r>
              <a:t>Non-functional: &lt;300ms client routing, graceful fallback, secure env, accessibility.</a:t>
            </a:r>
          </a:p>
          <a:p>
            <a:pPr/>
            <a:r>
              <a:t>Tech: React 18, Vite, Tailwind, TS; Supabase; Dialogflow ES; Web Speech API.</a:t>
            </a:r>
          </a:p>
          <a:p>
            <a:pPr/>
            <a:r>
              <a:t>Infra: browser, Supabase project, GCP Dialogflow agent, .env keys.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Phase –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Actor User → ROKO UI</a:t>
            </a:r>
          </a:p>
          <a:p>
            <a:pPr/>
            <a:r>
              <a:t>Use cases: Search, Daily Verse, Quiz, Notes, Favorites, AI Chat</a:t>
            </a:r>
          </a:p>
          <a:p>
            <a:pPr/>
            <a:r>
              <a:t>Systems: Supabase DB, Dialogflow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Phase – 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Classes: User, Verse{Gita,Bible,Quran}, DailyVerse, Favorite, Note, QuizQuestion, QuizAttempt, AiConversation</a:t>
            </a:r>
          </a:p>
          <a:p>
            <a:pPr/>
            <a:r>
              <a:t>Relations: User has Favorites/Notes/Attempts; DailyVerse references Verse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Phase –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Flow: User → UI → Supabase Function → Dialogflow → Reply</a:t>
            </a:r>
          </a:p>
          <a:p>
            <a:pPr/>
            <a:r>
              <a:t>Fallback: Dialogflow fail → Local AI reply</a:t>
            </a:r>
          </a:p>
          <a:p>
            <a:pPr/>
            <a:r>
              <a:t>UI streams message to chat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Phase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Daily verse loader: get date → query daily_verses → fetch verse → if missing seed fallback across sources → render → speak() optional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Phase –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Client: React SPA + Web Speech</a:t>
            </a:r>
          </a:p>
          <a:p>
            <a:pPr/>
            <a:r>
              <a:t>Backend: Supabase (Auth, Postgres, Functions)</a:t>
            </a:r>
          </a:p>
          <a:p>
            <a:pPr/>
            <a:r>
              <a:t>NLU: Dialogflow ES (GCP)</a:t>
            </a:r>
          </a:p>
          <a:p>
            <a:pPr/>
            <a:r>
              <a:t>Fallback: Local/OpenRouter model 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Insert screenshots: Home Verse of the Day, AI ROKO chat, Quiz start</a:t>
            </a:r>
          </a:p>
          <a:p>
            <a:pPr/>
            <a:r>
              <a:t>Add callouts: Daily Verse, Speak, Ask ROKO, Start Quiz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Centralizes multi-faith study; voice accessibility; AI guidance; gamified practice.</a:t>
            </a:r>
          </a:p>
          <a:p>
            <a:pPr/>
            <a:r>
              <a:t>Resilient NLU via Dialogflow + local fallback.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PWA mobile</a:t>
            </a:r>
          </a:p>
          <a:p>
            <a:pPr/>
            <a:r>
              <a:t>Spaced repetition for verses</a:t>
            </a:r>
          </a:p>
          <a:p>
            <a:pPr/>
            <a:r>
              <a:t>Multilingual UI</a:t>
            </a:r>
          </a:p>
          <a:p>
            <a:pPr/>
            <a:r>
              <a:t>Analytics for learning pace</a:t>
            </a:r>
          </a:p>
          <a:p>
            <a:pPr/>
            <a:r>
              <a:t>Community groups</a:t>
            </a:r>
          </a:p>
          <a:p>
            <a:pPr/>
            <a:r>
              <a:t>Offline cache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Google Dialogflow ES Docs (2024)</a:t>
            </a:r>
          </a:p>
          <a:p>
            <a:pPr/>
            <a:r>
              <a:t>Supabase Docs (2024)</a:t>
            </a:r>
          </a:p>
          <a:p>
            <a:pPr/>
            <a:r>
              <a:t>MDN Web Speech API (2025)</a:t>
            </a:r>
          </a:p>
          <a:p>
            <a:pPr/>
            <a:r>
              <a:t>Vite 5 Guide (2024)</a:t>
            </a:r>
          </a:p>
          <a:p>
            <a:pPr/>
            <a:r>
              <a:t>Tailwind CSS v3.4 Docs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